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EA9DB-7708-43A8-AFF7-F9BFFEBAB1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11C3B6-F569-4001-9332-B5AC1511DF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02A3229-50D5-42C0-ACE7-AFF9BE4717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297F0A3-7D96-4226-AAFC-B1C209BB17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EACF556-F294-4F4F-81CA-1185F0E068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D26B628-30D4-4405-9F14-1DCDC81C49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8D30A3C-C8F2-4F2B-8E6C-5CEAF9B319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C51F512-0C33-430E-86DF-DBEAB2ECBD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E5B90A5-C9BF-4613-A66D-7C942F2F57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D3054AE-ADE5-4EA0-95C5-D4BCF3774C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D275154-E229-4F53-AF0B-ABB0EA49EA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D68C34-2847-4459-955E-5D6F6A85A2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A6FE1F-25E9-422E-A638-CF91E8FFF8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A38DE6-BC38-405B-B974-1C4985D031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F5A917-B4B7-49FC-B8CB-C84AB395C4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7A350A-4B49-494B-A55A-36ED39854D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A3EFA9-EF70-49CF-9730-9C7A07DEC5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54A29C-E2E3-4795-ACF8-C0742511B5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01AD8D-B8F2-4540-96BA-490460462F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1CDEE7-CF45-43BA-B828-C2330D68E7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1456C5-0410-4B05-B811-3CD0659E1B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B395AA-A1E2-4E11-BF3B-468385095E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16560" y="274320"/>
            <a:ext cx="1005372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Puzzle Challenge: AI Sliding Puzzle Solver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566440" y="1371600"/>
            <a:ext cx="730260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Midterm Project — Applied Artificial Intelligence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Python | NumPy | Pygame | Heuristic Search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Automated puzzle solving with interactive GUI visualization.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3800880" y="274320"/>
            <a:ext cx="428508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Project Overview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1257120" y="1371600"/>
            <a:ext cx="9921240" cy="15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🎯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Objective: Demonstrate AI search algorithms solving a sliding puzzle.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🧠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Focus: Uninformed &amp; informed search, heuristic design, performance analysis.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🎮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Interface: Interactive GUI for real-time solving &amp; stats display.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📂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Core modules: board.py, solver.py, heuristics.py, statistics.py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3403800" y="274320"/>
            <a:ext cx="50792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System Architecture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2310840" y="1371600"/>
            <a:ext cx="781344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main.py — launches GUI &amp; main loop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game/board.py — puzzle logic &amp; solvability checks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game/solver.py — search algorithms (DFS, BFS, UCS, Greedy, A*)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game/heuristics.py — heuristic functions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game/statistics.py — tracks performance metrics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gui/game_window.py — user interface integration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3516480" y="274320"/>
            <a:ext cx="485352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Main Program Flow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1280160" y="1371600"/>
            <a:ext cx="987516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Initializes pygame → loads GUI → runs game loop → solves puzzle → quits cleanly.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731520" y="4114800"/>
            <a:ext cx="10515240" cy="1828440"/>
          </a:xfrm>
          <a:prstGeom prst="rect">
            <a:avLst/>
          </a:prstGeom>
          <a:solidFill>
            <a:srgbClr val="1e1e1e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def main():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pygame.init()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window = GameWindow()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window.run()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pygame.quit()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3612600" y="274320"/>
            <a:ext cx="46616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Puzzle Board Logic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2236320" y="1371600"/>
            <a:ext cx="796248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Handles board creation, shuffling, movement, and goal checking.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731520" y="4114800"/>
            <a:ext cx="10515240" cy="1828440"/>
          </a:xfrm>
          <a:prstGeom prst="rect">
            <a:avLst/>
          </a:prstGeom>
          <a:solidFill>
            <a:srgbClr val="1e1e1e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def move(self, direction):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x, y = self.blank_pos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if 0 &lt;= nx &lt; self.size and 0 &lt;= ny &lt; self.size: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self.tiles[x, y], self.tiles[nx, ny] = self.tiles[nx, ny], self.tiles[x, y]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self.blank_pos = (nx, ny)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return True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3310920" y="274320"/>
            <a:ext cx="526500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AI Search Algorithms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463640" y="1371600"/>
            <a:ext cx="35082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Implemented: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Depth-First Search (DFS)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Breadth-First Search (BFS)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Uniform Cost Search (UCS)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Greedy Best-First Search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A* Search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731520" y="4114800"/>
            <a:ext cx="10515240" cy="1828440"/>
          </a:xfrm>
          <a:prstGeom prst="rect">
            <a:avLst/>
          </a:prstGeom>
          <a:solidFill>
            <a:srgbClr val="1e1e1e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def astar_solver(start, goal, heuristic):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for neighbor, action in get_neighbors(state):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g = cost + 1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h = heuristic(neighbor[0], goal[0])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heapq.heappush(heap, (g + h, g, ..., neighbor, path + [action]))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597920" y="274320"/>
            <a:ext cx="269100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DFS vs BFS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1703520" y="1371600"/>
            <a:ext cx="90280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DFS: Deep exploration, low memory, non-optimal.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BFS: Level-order exploration, guaranteed shortest path, high memory use.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Used as baseline for comparing informed algorithms.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3393000" y="274320"/>
            <a:ext cx="510048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A* Search Algorithm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3237480" y="1371600"/>
            <a:ext cx="59601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Combines cost (g) + heuristic (h): f = g + h.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Admissible heuristic ensures optimality.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Efficiently balances exploration and exploitation.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731520" y="4114800"/>
            <a:ext cx="10515240" cy="1828440"/>
          </a:xfrm>
          <a:prstGeom prst="rect">
            <a:avLst/>
          </a:prstGeom>
          <a:solidFill>
            <a:srgbClr val="1e1e1e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f = g + 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open.push((f, g, state, path))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if goal_reached(state): return path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640400" y="274320"/>
            <a:ext cx="260568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Heuristics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2780280" y="1371600"/>
            <a:ext cx="68745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Misplaced Tiles — counts incorrect tiles.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Manhattan Distance — total distance to goal positions.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Custom — combination of both.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731520" y="4114800"/>
            <a:ext cx="10515240" cy="1828440"/>
          </a:xfrm>
          <a:prstGeom prst="rect">
            <a:avLst/>
          </a:prstGeom>
          <a:solidFill>
            <a:srgbClr val="1e1e1e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def manhattan_distance(state, goal):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for i in range(n):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for j in range(n):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val = state[i][j]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if val != 0: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goal_i, goal_j = goal_pos[val]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distance += abs(i - goal_i) + abs(j - goal_j)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3119400" y="274320"/>
            <a:ext cx="564768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Performance Statistics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3860280" y="1371600"/>
            <a:ext cx="471492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Tracks: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Execution time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Steps to solution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Nodes explored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Used to compare algorithm efficiency.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731520" y="4114800"/>
            <a:ext cx="10515240" cy="1828440"/>
          </a:xfrm>
          <a:prstGeom prst="rect">
            <a:avLst/>
          </a:prstGeom>
          <a:solidFill>
            <a:srgbClr val="1e1e1e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def add_result(self, algo, heuristic, time_taken, steps, explored):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self.data[(algo, heuristic)].append({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'time': time_taken, 'steps': steps, 'explored': explored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ff00"/>
                </a:solidFill>
                <a:latin typeface="Consolas"/>
              </a:rPr>
              <a:t>})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3294000" y="274320"/>
            <a:ext cx="52988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Experimental Results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3202560" y="1371600"/>
            <a:ext cx="603036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A* outperforms others with Manhattan heuristic.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Comparison example (3×3 puzzle):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BFS: 2.5s, 12k nodes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A*: 0.6s, 2.2k nodes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Greedy: 0.4s, 1.4k nodes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4162680" y="274320"/>
            <a:ext cx="356148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GUI Showcase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255560" y="1371600"/>
            <a:ext cx="392400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Interactive Pygame interface: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🧩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Real-time puzzle movement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⚙️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Select algorithm &amp; heuristic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📊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Displays performance stats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(Screenshot placeholder below)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3684240" y="274320"/>
            <a:ext cx="451836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Results &amp; Insights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2355840" y="1371600"/>
            <a:ext cx="7723440" cy="15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✅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A* + Manhattan Distance → fastest optimal results.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✅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BFS is reliable but memory-heavy.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✅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Heuristics dramatically reduce search space.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✅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Clean modular architecture encourages AI experimentation.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2722320" y="274320"/>
            <a:ext cx="64418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00ffc8"/>
                </a:solidFill>
                <a:latin typeface="Calibri"/>
              </a:rPr>
              <a:t>Future Work &amp; Conclusion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2458800" y="1371600"/>
            <a:ext cx="751752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🚀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Next Steps: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Add IDDFS &amp; Bidirectional A*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Visualize heuristic gradients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Export reports &amp; charts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🎓 </a:t>
            </a: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Takeaway: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e6e6e6"/>
                </a:solidFill>
                <a:latin typeface="Calibri"/>
              </a:rPr>
              <a:t>AI search + heuristics = efficient problem solving made visual.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3304800" y="6311160"/>
            <a:ext cx="527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78ffff"/>
                </a:solidFill>
                <a:latin typeface="Calibri"/>
              </a:rPr>
              <a:t>Ahmad Khoder — Applied Artificial Intelligence, University of Balamand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2025-10-24T05:08:59Z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